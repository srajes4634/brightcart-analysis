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8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4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52B9-486F-B612-6FBA-0D5998601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F7C65-B322-8731-764D-4A8297FCB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45D2B-EC4A-2657-3D42-F3C235173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221A-B7DC-4A07-9F5F-4DF3D758412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D1213-9CA7-4015-58E4-A7DDCCDD0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D593C-760F-CD4A-42B1-ABDDBEE84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CDEB-9FB3-4E7D-88BA-CF6F9D957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02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2BE1-67E3-0874-E2D0-2C6C777DC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F1CA2-16A2-F90F-1E12-E4CCF49C5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53BEF-EA62-AC8C-8661-C4DEE1C92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221A-B7DC-4A07-9F5F-4DF3D758412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C8113-969F-460E-3162-F2706B3B9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08A94-823D-75A1-B71A-A7CB9BB5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CDEB-9FB3-4E7D-88BA-CF6F9D957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0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1E7B3-C3B5-A927-530B-DFE4A55B5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C3AC8-C1D7-4728-0CEB-CE0B54B3D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0D56E-81BD-A29B-2646-4BF9E6C5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221A-B7DC-4A07-9F5F-4DF3D758412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4EFD8-080D-74EC-3C71-2119329B1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4DC92-8BCB-C5BC-03DF-509D7D1D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CDEB-9FB3-4E7D-88BA-CF6F9D957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8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E009-CA1E-6299-2603-4410FB7C3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E64C2-717E-2CBD-FB0A-590FD2A23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0C398-1026-738B-7663-8FFBB7F3D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D81EC-A20F-BA29-38E0-019C6797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221A-B7DC-4A07-9F5F-4DF3D758412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A4234-3636-C5DE-1A36-7FAB0405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BD53D-0CB2-9AA3-F591-D483968E5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CDEB-9FB3-4E7D-88BA-CF6F9D957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2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D5A8-50A9-21F0-34F4-EE9FB511B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CA60A-31BD-DD93-96BF-48C33A616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96736-9212-A2F2-AD58-900686B06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3F2BAB-F434-5FA9-A541-3A9C545B5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9CE441-3C8E-C102-B269-23B10256E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E52F4D-F32C-C475-7E06-77F9D928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221A-B7DC-4A07-9F5F-4DF3D758412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4568E1-E099-6E82-5D1C-0BEFFFD2B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30706A-D6FB-CEA1-1059-62D5D1875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CDEB-9FB3-4E7D-88BA-CF6F9D957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81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6831D-8591-4C38-ED5F-F7AAD5237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EC80F5-7C98-2A87-3FDF-7F410181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221A-B7DC-4A07-9F5F-4DF3D758412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810FA-0AC0-755A-EAA2-FFE655BA3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8B552-E5E0-231D-0F58-D3C7B2E2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CDEB-9FB3-4E7D-88BA-CF6F9D957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04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E1204-FB46-FFB5-7F9C-012F1F23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221A-B7DC-4A07-9F5F-4DF3D758412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E4E90-CE3A-C013-8F6F-E0A880056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BA71E-44CB-345B-0859-4AF25BB01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CDEB-9FB3-4E7D-88BA-CF6F9D957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9906-9647-8944-0298-9E8DCB326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17CE-C922-0607-DCD5-A4B161FC6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A9B29-6025-40F4-B17F-0B651E71D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D5559-A3A1-C0CF-6E36-370028AE5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221A-B7DC-4A07-9F5F-4DF3D758412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C9A2E-C52E-B41B-061D-8432BBA0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80E91-7BDB-E426-3285-4382BA6C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CDEB-9FB3-4E7D-88BA-CF6F9D957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46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DCA02-EBFA-77CD-AEF8-D40802E41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C276E-A0ED-DD0D-68E4-07243AD65A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55873-819C-F9FF-C13E-61D694355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DDE5F-EF19-069B-8854-EFF2F3564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221A-B7DC-4A07-9F5F-4DF3D758412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D7649-7231-603A-BC58-AF4B0E2C4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43AFA-8DC2-57EE-DA1A-B1A86D47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CDEB-9FB3-4E7D-88BA-CF6F9D957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43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DA0B3-648B-223F-1A5D-441D4B2C6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DDFD8-4732-ED43-7416-CAA9BE588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AB7E2-B482-6ECC-CD63-2BEA4089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221A-B7DC-4A07-9F5F-4DF3D758412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8CA09-D92B-C92B-3E69-7B86C524C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E7ECC-A651-A7A6-B33F-5B6A0C77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CDEB-9FB3-4E7D-88BA-CF6F9D957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20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94ACC0-25D6-88F5-8E9F-AEDE2BEBD4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DCF64-ACC0-8239-9C9A-54F887F2A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5325E-1155-CEB0-5E46-F1191211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8221A-B7DC-4A07-9F5F-4DF3D758412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ADDE8-F86A-8514-21A3-B73C84BAF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15422-2718-EA66-C1D0-55521168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8CDEB-9FB3-4E7D-88BA-CF6F9D957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5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D3D93C-D92A-ACB3-4BFC-D2612548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CC965-DF2C-C3EA-5941-E13B31128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3D393-02BC-2982-A156-A2A863AB0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8221A-B7DC-4A07-9F5F-4DF3D758412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584E2-D058-9A87-D5AB-830D13E4A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C4417-1D7B-9883-1AE8-2167C308F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8CDEB-9FB3-4E7D-88BA-CF6F9D957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8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2C6D-9D0B-C2E1-B911-94575AE306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D8D2E1-1F45-F435-4F80-566E3F440C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03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663D-BD12-7427-42CC-727438CA8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B09EA-EDD5-3686-8440-FDA835972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🟦 1. Executive Overview Mock</a:t>
            </a:r>
          </a:p>
          <a:p>
            <a:r>
              <a:rPr lang="en-US" dirty="0"/>
              <a:t>┌──────────────────────────────────────────────────────────────┐</a:t>
            </a:r>
            <a:br>
              <a:rPr lang="en-US" dirty="0"/>
            </a:br>
            <a:r>
              <a:rPr lang="en-US" dirty="0"/>
              <a:t>│ </a:t>
            </a:r>
            <a:r>
              <a:rPr lang="en-US" dirty="0" err="1"/>
              <a:t>BrightCart</a:t>
            </a:r>
            <a:r>
              <a:rPr lang="en-US" dirty="0"/>
              <a:t> Profitability Dashboard                           │</a:t>
            </a:r>
            <a:br>
              <a:rPr lang="en-US" dirty="0"/>
            </a:br>
            <a:r>
              <a:rPr lang="en-US" dirty="0"/>
              <a:t>├──────────────────────────────────────────────────────────────┤</a:t>
            </a:r>
            <a:br>
              <a:rPr lang="en-US" dirty="0"/>
            </a:br>
            <a:r>
              <a:rPr lang="en-US" dirty="0"/>
              <a:t>│ Revenue     Profit     Margin     Return Rate                │</a:t>
            </a:r>
            <a:br>
              <a:rPr lang="en-US" dirty="0"/>
            </a:br>
            <a:r>
              <a:rPr lang="en-US" dirty="0"/>
              <a:t>│ $1,245,000  $210,000   16.9%      14.2%                      │</a:t>
            </a:r>
            <a:br>
              <a:rPr lang="en-US" dirty="0"/>
            </a:br>
            <a:r>
              <a:rPr lang="en-US" dirty="0"/>
              <a:t>├──────────────────────────────────────────────────────────────┤</a:t>
            </a:r>
            <a:br>
              <a:rPr lang="en-US" dirty="0"/>
            </a:br>
            <a:r>
              <a:rPr lang="en-US" dirty="0"/>
              <a:t>│ Profit by Category        │ Profit by Channel                │</a:t>
            </a:r>
            <a:br>
              <a:rPr lang="en-US" dirty="0"/>
            </a:br>
            <a:r>
              <a:rPr lang="en-US" dirty="0"/>
              <a:t>│ █████████ Electronics     │ ◯ Website (40%)                  │</a:t>
            </a:r>
            <a:br>
              <a:rPr lang="en-US" dirty="0"/>
            </a:br>
            <a:r>
              <a:rPr lang="en-US" dirty="0"/>
              <a:t>│ ███████ Fashion           │ ◯ Mobile App (30%)               │</a:t>
            </a:r>
            <a:br>
              <a:rPr lang="en-US" dirty="0"/>
            </a:br>
            <a:r>
              <a:rPr lang="en-US" dirty="0"/>
              <a:t>│ █████ Grocery             │ ◯ Marketplace (20%)              │</a:t>
            </a:r>
            <a:br>
              <a:rPr lang="en-US" dirty="0"/>
            </a:br>
            <a:r>
              <a:rPr lang="en-US" dirty="0"/>
              <a:t>│ ███ Books                 │ ◯ Social (10%)                   │</a:t>
            </a:r>
            <a:br>
              <a:rPr lang="en-US" dirty="0"/>
            </a:br>
            <a:r>
              <a:rPr lang="en-US" dirty="0"/>
              <a:t>└──────────────────────────────────────────────────────────────┘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31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68B41-1BFE-FEDD-4645-2EEF76D4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40EC1-C156-FE69-6F16-D00DBD33C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🟩 2. Category Profitability Mock</a:t>
            </a:r>
          </a:p>
          <a:p>
            <a:r>
              <a:rPr lang="en-US" dirty="0"/>
              <a:t>┌──────────────────────────────────────────────┐</a:t>
            </a:r>
            <a:br>
              <a:rPr lang="en-US" dirty="0"/>
            </a:br>
            <a:r>
              <a:rPr lang="en-US" dirty="0"/>
              <a:t>│ Category Profitability                       │</a:t>
            </a:r>
            <a:br>
              <a:rPr lang="en-US" dirty="0"/>
            </a:br>
            <a:r>
              <a:rPr lang="en-US" dirty="0"/>
              <a:t>├──────────────────────────────────────────────┤</a:t>
            </a:r>
            <a:br>
              <a:rPr lang="en-US" dirty="0"/>
            </a:br>
            <a:r>
              <a:rPr lang="en-US" dirty="0"/>
              <a:t>│ Electronics  █████████████████               │</a:t>
            </a:r>
            <a:br>
              <a:rPr lang="en-US" dirty="0"/>
            </a:br>
            <a:r>
              <a:rPr lang="en-US" dirty="0"/>
              <a:t>│ Fashion      ███████████                     │</a:t>
            </a:r>
            <a:br>
              <a:rPr lang="en-US" dirty="0"/>
            </a:br>
            <a:r>
              <a:rPr lang="en-US" dirty="0"/>
              <a:t>│ Grocery      ███████                         │</a:t>
            </a:r>
            <a:br>
              <a:rPr lang="en-US" dirty="0"/>
            </a:br>
            <a:r>
              <a:rPr lang="en-US" dirty="0"/>
              <a:t>│ Books        ███                             │</a:t>
            </a:r>
            <a:br>
              <a:rPr lang="en-US" dirty="0"/>
            </a:br>
            <a:r>
              <a:rPr lang="en-US" dirty="0"/>
              <a:t>├──────────────────────────────────────────────┤</a:t>
            </a:r>
            <a:br>
              <a:rPr lang="en-US" dirty="0"/>
            </a:br>
            <a:r>
              <a:rPr lang="en-US" dirty="0"/>
              <a:t>│ Profit Margin %                              │</a:t>
            </a:r>
            <a:br>
              <a:rPr lang="en-US" dirty="0"/>
            </a:br>
            <a:r>
              <a:rPr lang="en-US" dirty="0"/>
              <a:t>│ Electronics  22%                             │</a:t>
            </a:r>
            <a:br>
              <a:rPr lang="en-US" dirty="0"/>
            </a:br>
            <a:r>
              <a:rPr lang="en-US" dirty="0"/>
              <a:t>│ Fashion      15%                             │</a:t>
            </a:r>
            <a:br>
              <a:rPr lang="en-US" dirty="0"/>
            </a:br>
            <a:r>
              <a:rPr lang="en-US" dirty="0"/>
              <a:t>│ Grocery      10%                             │</a:t>
            </a:r>
            <a:br>
              <a:rPr lang="en-US" dirty="0"/>
            </a:br>
            <a:r>
              <a:rPr lang="en-US" dirty="0"/>
              <a:t>│ Books        4%                              │</a:t>
            </a:r>
            <a:br>
              <a:rPr lang="en-US" dirty="0"/>
            </a:br>
            <a:r>
              <a:rPr lang="en-US" dirty="0"/>
              <a:t>└──────────────────────────────────────────────┘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146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A9D10-2E8C-DE89-38E6-C9CEF794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073E4-9CBF-A642-3735-01490E20A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🟨 3. Channel Performance Mock</a:t>
            </a:r>
          </a:p>
          <a:p>
            <a:r>
              <a:rPr lang="en-US" dirty="0"/>
              <a:t>┌──────────────────────────────────────────────┐</a:t>
            </a:r>
            <a:br>
              <a:rPr lang="en-US" dirty="0"/>
            </a:br>
            <a:r>
              <a:rPr lang="en-US" dirty="0"/>
              <a:t>│ Channel Performance                          │</a:t>
            </a:r>
            <a:br>
              <a:rPr lang="en-US" dirty="0"/>
            </a:br>
            <a:r>
              <a:rPr lang="en-US" dirty="0"/>
              <a:t>├──────────────────────────────────────────────┤</a:t>
            </a:r>
            <a:br>
              <a:rPr lang="en-US" dirty="0"/>
            </a:br>
            <a:r>
              <a:rPr lang="en-US" dirty="0"/>
              <a:t>│ Channel        Profit     AOV     Return %   │</a:t>
            </a:r>
            <a:br>
              <a:rPr lang="en-US" dirty="0"/>
            </a:br>
            <a:r>
              <a:rPr lang="en-US" dirty="0"/>
              <a:t>│ Website        $120K      $85     10%        │</a:t>
            </a:r>
            <a:br>
              <a:rPr lang="en-US" dirty="0"/>
            </a:br>
            <a:r>
              <a:rPr lang="en-US" dirty="0"/>
              <a:t>│ Mobile App     $70K       $78     12%        │</a:t>
            </a:r>
            <a:br>
              <a:rPr lang="en-US" dirty="0"/>
            </a:br>
            <a:r>
              <a:rPr lang="en-US" dirty="0"/>
              <a:t>│ Marketplace    $30K       $92     18%        │</a:t>
            </a:r>
            <a:br>
              <a:rPr lang="en-US" dirty="0"/>
            </a:br>
            <a:r>
              <a:rPr lang="en-US" dirty="0"/>
              <a:t>│ Social         $10K       $65     20%        │</a:t>
            </a:r>
            <a:br>
              <a:rPr lang="en-US" dirty="0"/>
            </a:br>
            <a:r>
              <a:rPr lang="en-US" dirty="0"/>
              <a:t>└──────────────────────────────────────────────┘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701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20F6B-B9E7-77FB-5FAB-EBF41EA92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83EC-BB5A-CE4E-B0B1-91FC6A733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🟥 4. Marketing ROAS Mock</a:t>
            </a:r>
          </a:p>
          <a:p>
            <a:r>
              <a:rPr lang="en-US" dirty="0"/>
              <a:t>┌──────────────────────────────────────────────┐</a:t>
            </a:r>
            <a:br>
              <a:rPr lang="en-US" dirty="0"/>
            </a:br>
            <a:r>
              <a:rPr lang="en-US" dirty="0"/>
              <a:t>│ Marketing Performance (ROAS)                 │</a:t>
            </a:r>
            <a:br>
              <a:rPr lang="en-US" dirty="0"/>
            </a:br>
            <a:r>
              <a:rPr lang="en-US" dirty="0"/>
              <a:t>├──────────────────────────────────────────────┤</a:t>
            </a:r>
            <a:br>
              <a:rPr lang="en-US" dirty="0"/>
            </a:br>
            <a:r>
              <a:rPr lang="en-US" dirty="0"/>
              <a:t>│ Google Ads     ██████████████  3.2           │</a:t>
            </a:r>
            <a:br>
              <a:rPr lang="en-US" dirty="0"/>
            </a:br>
            <a:r>
              <a:rPr lang="en-US" dirty="0"/>
              <a:t>│ Meta Ads       ███████████     2.5           │</a:t>
            </a:r>
            <a:br>
              <a:rPr lang="en-US" dirty="0"/>
            </a:br>
            <a:r>
              <a:rPr lang="en-US" dirty="0"/>
              <a:t>│ Affiliate      ███████         1.8           │</a:t>
            </a:r>
            <a:br>
              <a:rPr lang="en-US" dirty="0"/>
            </a:br>
            <a:r>
              <a:rPr lang="en-US" dirty="0"/>
              <a:t>│ TikTok Ads     ███             0.9           │</a:t>
            </a:r>
            <a:br>
              <a:rPr lang="en-US" dirty="0"/>
            </a:br>
            <a:r>
              <a:rPr lang="en-US" dirty="0"/>
              <a:t>│ Influencer     ██              0.7           │</a:t>
            </a:r>
            <a:br>
              <a:rPr lang="en-US" dirty="0"/>
            </a:br>
            <a:r>
              <a:rPr lang="en-US" dirty="0"/>
              <a:t>└──────────────────────────────────────────────┘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156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F1689-EC52-205E-ECA5-18368F21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44EDD-89BF-0A09-E794-1A8554300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🟪 5. Budget Optimization Mock</a:t>
            </a:r>
          </a:p>
          <a:p>
            <a:r>
              <a:rPr lang="en-US" dirty="0"/>
              <a:t>┌──────────────────────────────────────────────┐</a:t>
            </a:r>
            <a:br>
              <a:rPr lang="en-US" dirty="0"/>
            </a:br>
            <a:r>
              <a:rPr lang="en-US" dirty="0"/>
              <a:t>│ Budget Optimization                          │</a:t>
            </a:r>
            <a:br>
              <a:rPr lang="en-US" dirty="0"/>
            </a:br>
            <a:r>
              <a:rPr lang="en-US" dirty="0"/>
              <a:t>├──────────────────────────────────────────────┤</a:t>
            </a:r>
            <a:br>
              <a:rPr lang="en-US" dirty="0"/>
            </a:br>
            <a:r>
              <a:rPr lang="en-US" dirty="0"/>
              <a:t>│ Platform      Spend     ROAS    Action       │</a:t>
            </a:r>
            <a:br>
              <a:rPr lang="en-US" dirty="0"/>
            </a:br>
            <a:r>
              <a:rPr lang="en-US" dirty="0"/>
              <a:t>│ Influencer    $50K      0.7     CUT          │</a:t>
            </a:r>
            <a:br>
              <a:rPr lang="en-US" dirty="0"/>
            </a:br>
            <a:r>
              <a:rPr lang="en-US" dirty="0"/>
              <a:t>│ TikTok Ads    $70K      0.9     REDUCE       │</a:t>
            </a:r>
            <a:br>
              <a:rPr lang="en-US" dirty="0"/>
            </a:br>
            <a:r>
              <a:rPr lang="en-US" dirty="0"/>
              <a:t>│ Affiliate     $60K      1.8     KEEP         │</a:t>
            </a:r>
            <a:br>
              <a:rPr lang="en-US" dirty="0"/>
            </a:br>
            <a:r>
              <a:rPr lang="en-US" dirty="0"/>
              <a:t>│ Meta Ads      $90K      2.5     SCALE        │</a:t>
            </a:r>
            <a:br>
              <a:rPr lang="en-US" dirty="0"/>
            </a:br>
            <a:r>
              <a:rPr lang="en-US" dirty="0"/>
              <a:t>│ Google Ads    $110K     3.2     SCALE        │</a:t>
            </a:r>
            <a:br>
              <a:rPr lang="en-US" dirty="0"/>
            </a:br>
            <a:r>
              <a:rPr lang="en-US" dirty="0"/>
              <a:t>└──────────────────────────────────────────────┘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110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Shyam Sundar</dc:creator>
  <cp:lastModifiedBy>Shyam Sundar</cp:lastModifiedBy>
  <cp:revision>1</cp:revision>
  <dcterms:created xsi:type="dcterms:W3CDTF">2026-04-26T23:39:28Z</dcterms:created>
  <dcterms:modified xsi:type="dcterms:W3CDTF">2026-04-26T23:39:50Z</dcterms:modified>
</cp:coreProperties>
</file>